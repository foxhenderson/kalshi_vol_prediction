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FAC2-0A72-A16C-71E9-16D3F6BCE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56C39-0AB4-109F-7094-6FBC92999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C266C-FA94-1A7B-99B0-70B34BB3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3D448-0EC9-58B0-3BCF-DB1FE06E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9B5E1-AE94-8D51-308E-49145C83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0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B19F-CC29-F577-EFF2-86561B8A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8099-C316-5084-D397-F23C5944C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B87F8-26C9-0FF5-676B-7A002272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B0C71-CBB2-549F-BB2A-6DEC8C66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5AD9F-D296-11D0-92F2-D6DEA453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10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38D6-4477-F037-1C88-4B8A9784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C7BED-E98A-2FCE-00A4-DCC9705A4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54F17-C899-0A72-DB1C-2C346749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99391-98B7-252B-371D-ABAD438E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32467-8432-66D7-8800-7A84AFCD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49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6EEB-5801-9ADF-5580-657CACE7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1FDB-DA2B-DD47-E769-40D1EE0B6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2336B-327E-8532-EB2F-55420119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5DB6D-36DC-780F-BD65-25BF2BD1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0DE94-3177-290D-5B03-638AA11D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21F8D-AAAF-A5CD-AE9C-B149E5CF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69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EE37-910E-2A7D-C55A-640A60A1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717E8-BA54-63A2-98B5-39DA69492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D3F0B-682A-189C-0E1F-1C5B06B10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5E9D6-D378-D88F-8538-4651E1664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0545F-7689-C7A8-966E-C42100744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8BF0A-CD67-06FC-3DC6-4C1E9990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5C5F2-C9B5-29F1-D8E9-E7523D52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770A0C-6C9D-6A99-028E-DFE0A025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47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62D6-8213-5B7D-4F11-CDF045E6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3AE24-F542-06A6-44FA-239AB1BE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1AC6B-74A2-18D9-6490-9AD32D6AC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DF2CD-71B0-AE0C-B66C-6EAD7BF3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51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4D0B9-41C8-E9E0-A65E-4646E9CB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201E8-6E47-3DF5-A21C-9FB36DDE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5AFF1-6D2A-3247-3010-D139BFD1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55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71FE-FFF8-E6E5-E309-97B0EFD8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645CB-64CC-A2F1-7368-443B2B6EC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709F8-8969-34BA-21CB-30FB79015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C137B-B237-9788-5996-2167C359A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0D54C-BC47-10B6-66F1-CA11EBF1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F86F8-C904-7F88-2B88-3CF10875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92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A12A-2AFA-E4D6-1BE5-766882F4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761F7-8040-4D09-BD19-E98260F6C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DC2C8-98F3-C224-BB6C-A4E2E8AB6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6210A-126D-DD96-0B7D-BF8DA83A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4E375-54CC-50A1-6824-22A19766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6FBA8-7731-CDD9-37DE-E6D3CB82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23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28D2-F481-C889-A0B4-2E0E0B66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72683-D3BA-31DD-19DF-35B7C5DF7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DA04-6EDC-DA26-F007-BFF25F10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0C75E-5D91-880F-4138-BB56AFA4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EF8C9-2EEB-D06B-751B-C547B277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99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F704A-EA2E-D295-763D-656384CFC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D93FF-1069-AA08-98F3-13C8596D4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0645-1BE0-E771-0520-351692DD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65458-5776-24A5-D09B-86BB4E4B6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3566-A0F1-E640-C455-A275409F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23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713BE-6E09-F362-56A5-DD9CB764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5733B-6A75-2531-3EC3-BC590992C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6314-B570-267A-9F1B-09E07CE39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DC385-EDA9-451F-B120-EE5AA0A075C3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BF3F2-60DE-3C26-BA4B-58F67C25B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9EDDB-335E-E387-EB34-5DAB89802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CF35E-88E9-4A08-97F9-0224003EA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82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B1A3-327A-C09F-23F6-1694F5DC1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GB" dirty="0"/>
              <a:t>Predicting Popular Predictions</a:t>
            </a:r>
          </a:p>
        </p:txBody>
      </p:sp>
    </p:spTree>
    <p:extLst>
      <p:ext uri="{BB962C8B-B14F-4D97-AF65-F5344CB8AC3E}">
        <p14:creationId xmlns:p14="http://schemas.microsoft.com/office/powerpoint/2010/main" val="445019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767D-1767-E380-9081-EE4540FC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Betting – the dream of predicting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25E94-8AB8-CAB6-0E36-10B5E55F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9218"/>
          </a:xfrm>
        </p:spPr>
        <p:txBody>
          <a:bodyPr/>
          <a:lstStyle/>
          <a:p>
            <a:r>
              <a:rPr lang="en-GB" dirty="0"/>
              <a:t>Did you know </a:t>
            </a:r>
            <a:r>
              <a:rPr lang="en-GB" dirty="0" err="1"/>
              <a:t>Appoximately</a:t>
            </a:r>
            <a:r>
              <a:rPr lang="en-GB" dirty="0"/>
              <a:t> 4.2 Billion people worldwide gamble at least once per year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1CE14-2228-1909-5BB9-75A3322C14B1}"/>
              </a:ext>
            </a:extLst>
          </p:cNvPr>
          <p:cNvSpPr txBox="1"/>
          <p:nvPr/>
        </p:nvSpPr>
        <p:spPr>
          <a:xfrm>
            <a:off x="493028" y="4376058"/>
            <a:ext cx="116989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That’s nearly half of the adult global population!</a:t>
            </a:r>
          </a:p>
        </p:txBody>
      </p:sp>
    </p:spTree>
    <p:extLst>
      <p:ext uri="{BB962C8B-B14F-4D97-AF65-F5344CB8AC3E}">
        <p14:creationId xmlns:p14="http://schemas.microsoft.com/office/powerpoint/2010/main" val="334903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88E3-B3DA-5271-314A-BB7334C8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9386" cy="4043589"/>
          </a:xfrm>
        </p:spPr>
        <p:txBody>
          <a:bodyPr>
            <a:normAutofit/>
          </a:bodyPr>
          <a:lstStyle/>
          <a:p>
            <a:r>
              <a:rPr lang="en-GB" dirty="0"/>
              <a:t>Website such as Kalshi let you predict Events from sports matches to Crypto Value, From Annual trends and even words of </a:t>
            </a:r>
            <a:r>
              <a:rPr lang="en-GB" dirty="0" err="1"/>
              <a:t>Politians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643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ADFD-725A-9C35-599E-F1C150800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8" y="1635805"/>
            <a:ext cx="10515600" cy="3586389"/>
          </a:xfrm>
        </p:spPr>
        <p:txBody>
          <a:bodyPr/>
          <a:lstStyle/>
          <a:p>
            <a:r>
              <a:rPr lang="en-GB" dirty="0"/>
              <a:t>It is clear that we as humans Love to predict things</a:t>
            </a:r>
          </a:p>
        </p:txBody>
      </p:sp>
    </p:spTree>
    <p:extLst>
      <p:ext uri="{BB962C8B-B14F-4D97-AF65-F5344CB8AC3E}">
        <p14:creationId xmlns:p14="http://schemas.microsoft.com/office/powerpoint/2010/main" val="422843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A00D-2491-70C5-D69C-25269674B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0539"/>
            <a:ext cx="10515600" cy="1325563"/>
          </a:xfrm>
        </p:spPr>
        <p:txBody>
          <a:bodyPr/>
          <a:lstStyle/>
          <a:p>
            <a:r>
              <a:rPr lang="en-GB" dirty="0"/>
              <a:t>But wouldn’t it be fun to predict what predictions are the most popular?</a:t>
            </a:r>
          </a:p>
        </p:txBody>
      </p:sp>
    </p:spTree>
    <p:extLst>
      <p:ext uri="{BB962C8B-B14F-4D97-AF65-F5344CB8AC3E}">
        <p14:creationId xmlns:p14="http://schemas.microsoft.com/office/powerpoint/2010/main" val="242951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684B-F290-519B-E31B-F614ABF7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899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Using Predicting Popular Predictions, we can tell you, how many people </a:t>
            </a:r>
            <a:r>
              <a:rPr lang="en-GB" dirty="0" err="1"/>
              <a:t>people</a:t>
            </a:r>
            <a:r>
              <a:rPr lang="en-GB" dirty="0"/>
              <a:t> would be willing to place money on an event of your choosing</a:t>
            </a:r>
          </a:p>
        </p:txBody>
      </p:sp>
    </p:spTree>
    <p:extLst>
      <p:ext uri="{BB962C8B-B14F-4D97-AF65-F5344CB8AC3E}">
        <p14:creationId xmlns:p14="http://schemas.microsoft.com/office/powerpoint/2010/main" val="407224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017C-C095-091B-0101-C777041F8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GB" dirty="0"/>
              <a:t>Helping you decide whether your interests are relevant or not!</a:t>
            </a:r>
          </a:p>
        </p:txBody>
      </p:sp>
    </p:spTree>
    <p:extLst>
      <p:ext uri="{BB962C8B-B14F-4D97-AF65-F5344CB8AC3E}">
        <p14:creationId xmlns:p14="http://schemas.microsoft.com/office/powerpoint/2010/main" val="282304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119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Predicting Popular Predictions</vt:lpstr>
      <vt:lpstr>Betting – the dream of predicting the future</vt:lpstr>
      <vt:lpstr>Website such as Kalshi let you predict Events from sports matches to Crypto Value, From Annual trends and even words of Politians</vt:lpstr>
      <vt:lpstr>It is clear that we as humans Love to predict things</vt:lpstr>
      <vt:lpstr>But wouldn’t it be fun to predict what predictions are the most popular?</vt:lpstr>
      <vt:lpstr>Using Predicting Popular Predictions, we can tell you, how many people people would be willing to place money on an event of your choosing</vt:lpstr>
      <vt:lpstr>Helping you decide whether your interests are relevant or not!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McKerrell</dc:creator>
  <cp:lastModifiedBy>Jacob McKerrell</cp:lastModifiedBy>
  <cp:revision>1</cp:revision>
  <dcterms:created xsi:type="dcterms:W3CDTF">2025-11-02T04:19:21Z</dcterms:created>
  <dcterms:modified xsi:type="dcterms:W3CDTF">2025-11-02T04:27:31Z</dcterms:modified>
</cp:coreProperties>
</file>